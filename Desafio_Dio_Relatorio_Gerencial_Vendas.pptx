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14" d="100"/>
          <a:sy n="114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8F7CAC2-6244-A103-D747-1002355B76A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44785247"/>
                  </p:ext>
                </p:extLst>
              </p:nvPr>
            </p:nvGraphicFramePr>
            <p:xfrm>
              <a:off x="704676" y="1170880"/>
              <a:ext cx="10737908" cy="551514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8F7CAC2-6244-A103-D747-1002355B76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676" y="1170880"/>
                <a:ext cx="10737908" cy="5515146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dd-in_Banner">
            <a:extLst>
              <a:ext uri="{FF2B5EF4-FFF2-40B4-BE49-F238E27FC236}">
                <a16:creationId xmlns:a16="http://schemas.microsoft.com/office/drawing/2014/main" id="{C6937878-6069-8983-A880-F5A8C05AB6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Ícone para Microsoft Power BI.">
            <a:extLst>
              <a:ext uri="{FF2B5EF4-FFF2-40B4-BE49-F238E27FC236}">
                <a16:creationId xmlns:a16="http://schemas.microsoft.com/office/drawing/2014/main" id="{9BE16724-6A4C-67B1-B0DB-F15F846096F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3214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342ffe6-7206-419f-96e0-dec05ce36f14}">
  <we:reference id="WA200003233" version="2.0.0.3" store="pt-BR" storeType="OMEX"/>
  <we:alternateReferences/>
  <we:properties>
    <we:property name="Microsoft.Office.CampaignId" value="&quot;none&quot;"/>
    <we:property name="reportUrl" value="&quot;/groups/me/reports/cd2e58a2-0eba-4476-b925-a1eddfd90662/781b1c30b7ba0805808b?bookmarkGuid=8e7d19fc-7a89-419f-8123-899ac28db211&amp;bookmarkUsage=1&amp;ctid=85fd6bc2-3f97-4cf7-b7c6-e44750045ea1&amp;fromEntryPoint=export&quot;"/>
    <we:property name="reportState" value="&quot;CONNECTED&quot;"/>
    <we:property name="artifactViewState" value="&quot;live&quot;"/>
    <we:property name="reportEmbeddedTime" value="&quot;2026-03-03T20:37:31.629Z&quot;"/>
    <we:property name="creatorSessionId" value="&quot;58c971e6-bb4a-454a-9e91-e73ced8dad66&quot;"/>
    <we:property name="creatorUserId" value="&quot;100320059CB78E51&quot;"/>
    <we:property name="creatorTenantId" value="&quot;85fd6bc2-3f97-4cf7-b7c6-e44750045ea1&quot;"/>
    <we:property name="pageDisplayName" value="&quot;Página 1&quot;"/>
    <we:property name="pageName" value="&quot;781b1c30b7ba0805808b&quot;"/>
    <we:property name="reportName" value="&quot;desafio_powerbi_dashboard&quot;"/>
    <we:property name="isVisualContainerHeaderHidden" value="false"/>
    <we:property name="isFiltersActionButtonVisible" value="true"/>
    <we:property name="initialStateBookmark" value="&quot;H4sIAAAAAAAAA+1a227cRgz9FUMveTGKuV/yZjtpWuSKuM1LERScGWqtQJa2ktaJa/iH+hv9sVLSxo0v603kLbqtjTWw0syYQw4PyUNpz7JUtPMSTl/BMWaPsx+rVERIdbNjst2sGgf3X79+/nLv7fNfX+29fErD9bwr6qrNHp9lHTQz7N4V7QLKXgQN/vJ+N4OyfAOz/i6HssXdbI5NW1dQFr/juJimumaB57sZfpqXdQO9yMMOOuzFntByuqe9+XeSdoTYFSd4iLEbR63jgUfJgg3AHNOOuUDL2nHBoNmNS3rRw/YHddVBUdE2/Rgory0LSQS0CQVGxkQ/3hbVrFwq/Pf//nQ670+lPQL6ptMIH2jbXs75OZnDvBEWBOfKOMO01UGHqbJyKXKfKyGRzABSyjE/VZZNRhoWY+DeckDDVVJrZRXH5MXrsjjHADYyycFi1D4EDlP10jHmnGvmNQYlQEVv1+vV4acu1J+uS0tGR+YkQycMGBFYUm6qZk6p4HPnGdBfYiaZyKbKkuAYS0LJ4GLUVmKUcTIqQlDKpFxapaMwyESarBcEZZ1ULAUEr7lWCYfTz4uyWwZHOH36ad5QXFO0j7L20glUEVM2BG+D7RirZ9nebNbgDLrl7dNLkwd1uTi+YfywXjQR32I+TFVd0Z3SHnlR0R5Fnyh6Pd80NaWQYeZJ0cZ6UXXjxPeLapkUWH97VH88aJCySOoH3tPIracSoUnLqUtHQzdNwmb/dDD7SdF8zjxi94r2/7bJZGMPr0CAt0CpB60INjqW9Ja7cecQSrxHPlxl7+jA3DpkVlkrjEzombUMttyBP1dF1+4c1mW6P068zebRkSpo41OkgiYYBu5QMb7ljqTLvOjujxNX2bt0YAp5tEqhZKANcEfXW+7Ag9fPDu+P+262dnSeN1oLq5KmggjEBaVLdio1EsEQdY/Mq0T8z1qT3HoquZKYBlLFC9ASSCCz1G7AZM1SSLmiIoGWRd3zXc0ntyuc6LtDr4iCeyaZ9dLhZGIKMdDHU7cSglSgEpjJ5NtIJVSuSSWZmCcj/WSSaxSy5DmHJITmNjA2evLWkD6guJnVDXXD5bWo/qHABpp4dPoCT7C8DumL+etTn4H8Dppi7HkH+E8Mi2XXfiEsu0wb+266X/aFPsvr3xYF7CTcSdDBKGppSvbyzz/GgcvZY3dLct3GaCPQ2oMjaLqryW581kBbfvjiacISDWMKvAfufz8mmhgkT0p5Ru0qo/bX6vWB89/Ax+5XBfoGKUdaxO6GuFpflctFS4eNaR+aG/G6VcV5dZfzNYG1+eMecZxbDEZJqpcYFTqmQ8A7FYCNcZm+qyfj70G+PYb5t2fazZ/zCAirnIg8Mk6UR1DHlphaz1RgUHJ/0XVDpr1KMrxAoVSSwkmbHAOu1j/3vV2k54H6D6OtRUWkMXEZ1veSD7DdKGy7BvFrofusqRfzfxS3HmxKiosA2ktmvNNsfU9yO8gYJJVQ5ATZ4aUAKrn+HcPKNsfkApgkrp4iYGJJcjRbAdkLMvSN/m/LImJzydDsGJvZUD96+jQYMh83KnCcr9MwjYOdZ9mLgmwfZb+DctGLfbSP3UfE6hHp9Ll5XVHI+dVCvuEjWVmaB13bjeJ5ueUIZsZ1Ais1l15Te2aY4usz5oo3UtQgco5U2ynxau76lyx3DYwQdEwRneSSM5eCZWx9B7qmRghu81wyHmMKggehkT3w6QlaHeLsGKtJfDrV1aJ7INLfes5L3qRVDk4rLanwWEUwZtv+cPR/B+CHhvDuOA48FznkhGBuAtOif4h6p9w+SL2JItSLrp1DxDdQ4Q1UgdAFVeo9fytdGH5Fkw2bkEpFKNfxi/63NRfU4vz8L6fGpsnnIwAA&quot;"/>
    <we:property name="bookmark" value="&quot;H4sIAAAAAAAAA+1azW7bRhB+FYOXXoxi/39yi500LZC2QdXmUuQwuzuUGdCkSlKOXcMv1Nfoi3VIKm5sS1ZCq6haGxZgcnc1O7Pzzcw3pC6zVLSLEi5+gFPMnmXfVamIkOrmwGSHWTUOKiUUBssBHfPJGc81p9l60RV11WbPLrMOmjl2b4t2CWUviQZ/fXeYQVm+gXl/l0PZ4mG2wKatKyiL33FcTFNds8SrwwzPF2XdQC9y1kGHvdgzWk73pAL/WtKOELviDGcYu3HUOh54lCzYAMwx7ZgLtKwdFwyarV3Six62P66rDoqKtunHQHltWUgioE0oMDIm+vG2qOblSuG/v/vzxaI/nPYE6D+dRnhP2/Zyrq7IHOaNsCA4V8YZpq0OOkyVlUuR+1wJiWQGkFLkhqmybDLSsBgD971DDVdJbZVVnJIX78riHAPYyCQHi1H7EDhM1UvHmHOumdcYlAAVvd2uV4fnXajP70pLRkfmJEMnDBgRWFJuqmZOqeBz5xnQJzGTTGRTZUlwjCWhZHAxaisxyjgZFSEoZVIurdJRGGQiTdYLgrJOKpYCgtdcq4TD6edF2a2CI1y8PF80FNcU7aOs5+kMqogpG4K3wXaM1cvs+Xze4By61e3LG5PHdbk8XTM+q5dNxJ8wH6aqruguaI+8qGiPok8UvZ5vmppSyDDzomhjvay6ceKbZbVKCqy/Pak/HDdIWST1A+9o5N5TidCk1dSNo6GbJmFzdDGY/aJoPmYecXhL+3/bZLKxh1cgwFug1INWBBsdS3rP3XgwgxIfkQ832Ts6MLcOmVXWCiMTemYtgz134C9V0bUHs7pMj8eJ99k8OlIFbXyKVNAEw8AdKsb33JF0mRfd43HiJntXDkwhj1YplAy0Ae7oes8dePzjq9njcd96a0fneaO1sCppKohAXFC6ZKdSIxEMUffIvErE/6w1yW2nkhuJaSBVvAAtgQQyS+0GTNYshZQrKhJoWdQ939V8crvCib479IoouGeSWS8dTiamEAP9eepWQpAKVAIzmXwbSc1nrkklmZgnI/1kkmsUsuQ5hySE5jYwNnry3pA+priZ1w01xeWdqP62wAaaeHLxGs+wvAvp6/m7Ux+B/BaaYux5B/hPDItV834tLLtJG/tuul/2iT6r69+WBRwkPEjQwShqZUr2/Z9/jAM3s8fhnuS6ndFGoLXHJ9B0t5Pd+KyBtnz/ydOEFRrGFPgI3P9uTDQxSJ6U8ozaVUbtr9XbA+e/gY/Dzwr0HVKOtIzdmrjaXpXLZUuHjekImrV43avivLnL+ZzA2v1xjzjOLQajJNVLjAod0yHggwrAzrhM39WT8Y8g357C4ssz7e7PeQSEVU5EHhknyiOoY0tMbWcqMCh5tOy6IdPeJhleoFAqSeGkTY4BV9uf+94v0vNA/YfR1qIi0pi4DNt7ySfY7hS2XYP4udB91dTLxT+KWw82JcVFAO0lM95ptr0nuR9kDJJKKHKC7PBSAJXc/o5hY5tjcgFMEldPETCxJDmavYDsNRn6Qv+3ZRGxuWFodorNfKgfPX0aDFmMGxU4ztdpmMbBzsvsdUG2j7LfQrnsxX51hN0HxOor0ulj87qhkPPbhXzHR7KxNA+6tjvF82rLEcyM6wRWai69pvbMMMW3Z8wNb6SoQeQcqbZT4tXc9S9ZHhoYIeiYIjrJJWcuBcvY9g50S40Q3Oa5ZDzGFAQPQiN74tMTtJrh/BSrSXw61dWyeyLSX3rOK96kVQ5OKy2p8FhFMGb7/nD0fwfgp4bw4TgOPBc55IRgbgLTon+I+qDcPkhdRxHqZdcuIOIbqHANVSB0QZV6z99LF4Zf0VxThaurvwDxfl7RviMAAA==&quot;"/>
    <we:property name="datasetId" value="&quot;66abf360-7acd-45e7-bc3c-15a1b71a309e&quot;"/>
    <we:property name="embedUrl" value="&quot;/reportEmbed?reportId=cd2e58a2-0eba-4476-b925-a1eddfd90662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A4A9A16-F475-47A7-9D9A-0A5A0EAE5712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cd2e58a2-0eba-4476-b925-a1eddfd90662/96762e5075d35de10654?bookmarkGuid=e12e26bc-bacc-4502-bdcf-bb0bf7c0bbec&amp;bookmarkUsage=1&amp;ctid=85fd6bc2-3f97-4cf7-b7c6-e44750045ea1&amp;fromEntryPoint=export&quot;"/>
    <we:property name="reportName" value="&quot;desafio_powerbi_dashboard&quot;"/>
    <we:property name="reportState" value="&quot;CONNECTED&quot;"/>
    <we:property name="embedUrl" value="&quot;/reportEmbed?reportId=cd2e58a2-0eba-4476-b925-a1eddfd90662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pageName" value="&quot;96762e5075d35de10654&quot;"/>
    <we:property name="pageDisplayName" value="&quot;Página  2&quot;"/>
    <we:property name="datasetId" value="&quot;66abf360-7acd-45e7-bc3c-15a1b71a309e&quot;"/>
    <we:property name="backgroundColor" value="&quot;#FFFFFF&quot;"/>
    <we:property name="bookmark" value="&quot;H4sIAAAAAAAAA+1ZW2/bNhT+K4WenYAiqVvfWrfdgqZD0ATZwxAMvBzZLGTJpagsXpD/vkNKjp3YiVO327qsCOJQ5PHHc/0OqVxH2rTzSix+ETOIXkZHtTZK6Ma+SKNRVPeTQuYlLfJcgs5TnupckQJXm7kzTd1GL68jJ+wE3LlpO1F5JJz87WIUiao6ERP/VIqqhVE0B9s2tajMn9AL45KzHdyMIriaV40VHvLUCQce9hLF8RlViA8T3FEoZy7hFJTrZ4s0SykkJEs0SzTEJE04irW9QNBsq4iHDtuPm9oJU+M2fi5lAGleZKlkRZoTkRBJ/Hxr6kk1KLz67tli7p3TTgX+RW/IT7itx7m5QXOYTmiGWLIQGSEsZhndG4unNCmhFFJKKGIRE6blvlixkAlLc84TzggFmueQ7cQyM4ziJlaRSp2JnBNS6JgpKgrF9tVLgyBQSp4UjNKExlqx3VgOrpxsrjbRZKx4maeFZpBRLnjBVbE/GhNE4w8UHFIeMypB7R1LjGSRFwnhVGQJIalOingnlgj5/LpzDtN+A1JhTmBGsCynOckw6XKi9w2p1FppSijhPmtVzrJkt+MeV0+nWHspETnTJC5iiaUYKrA0lRsKTy7eXs0tcgYySQ/5Sl+KWoGOAjFYaHseuI5+NmCFVdPFMVxCUOXt9vXNpRPbIP+4xbmwpueZprMKNgX7+Y9QhqXaGYdoqG+NKhnPWd6sgTBvwVDT5QY4/cYzmBdb02cYf+6MeKHhhRZO9FCDKdGrugnP0+aPsQVEwDCSmwucedT946lRFbjTyiiwMed5kmAKZCxw4SoY0QyQpP1gAsh4Hgj9Pe91NtCuYnJ3dL4kYTqK3tlmFr42WF/hDrcOOm6UqLzhZ0JW8HvGU66IIAcZAXXAS1oe5GkmD2JZaorESFMZ49d7I9DMUfTrFCwEeORlbdwQjqP6bojaQaTqZvWO4C0jjIp6x64FqPc1bnouqi70K8Q8Nq53zHU/jXKUxPw4SD64zsL6BSa7//Uf6Harwb5eBE3fGLvsWPHooXR9tunsfdwn00qrD+CEl/cKwb24Pn+PoEOUUFPQIYeOHMx6y40Gr0ooRXxsFW52FJh83MzmqEbba796em9qTxF+g9L1S08oiq8q2K1lNIo+msk0aPBICfW5cOlnP4i5lyDDqod41vazR+1nfVJ8Qove3SPgnh3ZTeikWSo40nqmGc15RrXMFN2/k76aTCxMxJJl7zrsyxx5r3LW/IPD0rgw+66rBxYkm01u9KPzP+aUMU5NGotXs2rDL98qVOOmq51d7HMC0aCwJps2tOwzC0u5O2fBH03xblPsL7OI92ntuopKVnghHZz0/B0x+jvy96J/nSDqdvkyoe8otqnCaM3LGIfKK9QLfO7ALnDHILTa6dAbeHhr/OEW0w69OQhmWjSnEvPWV45/szFatrXFe1h8wcn12zepoN2Jqeulat75D1m8dOYDJt3FQSHbNKH9LY1dnqrrrqrwuDM1lbZQrx9zbkV2nbtxt7NmguRzu91wxgaWc6lFGktKMhELwdNsZzv8J5gUh7pT7lFG/2+05Z3M/xHP8XY8FdbhxTON4yLF2z7Pnsj89D7z/6vG91klBCHMX6CLQuGQSAbfR1adwmSGlfN/yCqHR4gZHpHvZdHWjvmTbbr5Hrz6FEdf9MfuvJQslZwrTokStFBZ8lUZ8Zzb+pk1M2gxgN93nt7y8ypRkz0S9Q+UtKWoqkCBT8rXITGe/wFvPROGQiLYpTOSZwVJeApxwnLlldr75XJA3faGs+lcOxcKTkQNW15zhsOhBj2M7QMX9/BPq+Hi7j/+AhuTPYwtGwAA&quot;"/>
    <we:property name="initialStateBookmark" value="&quot;H4sIAAAAAAAAA+1ZbVPbOBD+Kx1/DowsyW/9Bml7xwAtAwz34YbpyNI6UcexU1mmpAz//VayQwIJhKa9ux7XYQiytNn3fXZlbgKlm2kpZu/FBILXwUGltBSqNq/iYBBU3eb+hw+Hx3unhx/f7x2/xe16anVdNcHrm8AKMwJ7oZtWlI4Fbv55OQhEWZ6IkXsqRNnAIJiCaepKlPordMR4ZE0Lt4MArqdlbYRjeWaFBcf2CsnxGWWHuxFKFNLqKzgDabvdLE5iChFJIsUiBSGJI45kTUfgNVtL4lh78cO6skJXKMbtxQwgTrMkzlkWp0REJCduv9HVqOwVXnz3fDZ1XmnGAv+iN/JPKNbxub1Fc5iKaIK88kwkhLCQJXRrXjymUQGFyPMcslCEhKl8W16hyCMWp5xHnBEKNE0h2chLTzCKq7yyOFeJSDkhmQqZpCKTbFu9FAgCRc6jjFEa0VBJtpmXhWub19er3PJQ8iKNM8UgoVzwjMtse25MEIU/kHGIechoDnLrWGIkszSLCKciiQiJVZSFG3kJn8/7rbWY9issJeYEZgRLUpqSBJMuJWrbkOZKSUUJJdxlrUxZEm123NPqqRhrLyYiZYqEWZhjKfoKLHRp+8LLZ2+vpwYxA5GkY7mnrkQlQQUeGAw0HQ7cBL9rMMLI8ewIrsCr8nb9+erRiakRf+zsQhjd4UzdGgmrhN3+KRT+qLLaIjfUt0KVtMMsZ1aPlHfMUNO5ANx+4xDMkS3p068/t1q8UvBKCSs6Vr0pwV5V++dx/WVoADlgGMntJe486f7hWMsS7FmpJZiQ8zSKMAUS5rFwEYxgAgjSbjECRDzHCP097XTW0Cxicn91MQdhOgjemXriv9ZbX6KEOwcd1VKUzvBzkZfwMeExl0SQnYSA3OEFLXbSOMl3wrxQFIGRxnmIX++MQDMHwR9jMODZIy4rbftwHFT3Q9T0JGU7qTYEbx5hVNQ5dilAna9R6IUoW9+vkOeRtp1jbrptpKMk5Eee8tFz5s8vMdndr/tAtxsFZn/mNX2jzbxjhYPH0vXFprPzcZdMC62OwQpH7xSCB3F9+R5Bh0ghx6B8Dh1YmHSWawVOFV+K+NhIFHbgkXxYT6aoRtNpv3g61JWDCCegsN3RM4riuwp2bRkNglM9GnsNniihLheu3O6xmDoK0p86Fi/afvak/axLik9o0bsHANyhI7v1nTSJBUdYTxSjKU+oyhNJt++ke6ORgZGYo+x9h32bIx9UzpJ/cFlo63fftVWPgmS1yQ1+df6nnDLErVFt8E5WrvjlR4VqWLeVNbNtJhAFEmuybnzLPjcwp7s3C/5qivebYneZRX6flq6rqGSJF9LeSS/fEYO/I38vu9cJomrmLxO6jmLq0q+WvIxxKJ1CHcHnFswMJXqihaRdZ+DunfG7a0zbdeYgM92gOaWYNq5y3JuNwbytzQ5h9g2T649vUl67E11Vc9Wc8x+zeO7MR0y6zweJTF379jc3dj5VV21Z4rgz1qUyUC2POXckm+ZulHZejxB87sT1MzawlOdKxGFOSSJCIXicbGyH/wSS4lK10j6J6P+NtrwR+U9xjjfDsTAWL55xGGYx3vZ58kzkpw+R/181vssqIQhh7gKdZRKXJGfwc2TVGYwmWDn/h6yyOEJMcER+kEVrO+Zvpm6nW+Dqcxx92Y3daZGzOOdcckqkoJlMou/KiJfc1s+NnkCDAfy58/QOnxeJGm2RqF+Q0hSiLD0EPitf+8R4+QPecib0hUSwSyckTTIS8RjCiKXSKbX1y2XPdd0bzrq1zVRIOBEVrHnN6YdDBapfm0cu7v6fVoEXgippHL82fMGNJ/1F3338BU5HQpRWGwAA&quot;"/>
    <we:property name="isFiltersActionButtonVisible" value="true"/>
    <we:property name="isVisualContainerHeaderHidden" value="false"/>
    <we:property name="reportEmbeddedTime" value="&quot;2026-03-03T20:38:29.148Z&quot;"/>
    <we:property name="creatorTenantId" value="&quot;85fd6bc2-3f97-4cf7-b7c6-e44750045ea1&quot;"/>
    <we:property name="creatorUserId" value="&quot;100320059CB78E51&quot;"/>
    <we:property name="creatorSessionId" value="&quot;21d20aa6-4584-47f7-9627-3e46fbe0e12b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Daniel Nachmanowicz</cp:lastModifiedBy>
  <cp:revision>3</cp:revision>
  <dcterms:created xsi:type="dcterms:W3CDTF">2018-06-07T21:39:02Z</dcterms:created>
  <dcterms:modified xsi:type="dcterms:W3CDTF">2026-03-03T20:44:10Z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